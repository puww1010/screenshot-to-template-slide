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ME 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"/>
            <a:ext cx="868680" cy="411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© 2026 ACME Corp. (fictional brand) — demo template for screenshot-to-template-slide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7863840" y="4873752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chemeClr val="bg1"/>
                </a:solidFill>
              </a:rPr>
              <a:t>ACME</a:t>
            </a:r>
            <a:endParaRPr lang="en-US" sz="11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310896" y="228600"/>
            <a:ext cx="8522208" cy="5760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ME Section Divider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73752"/>
            <a:ext cx="59436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</a:rPr>
              <a:t>© 2026 ACME Corp. (fictional brand) — demo template for screenshot-to-template-slide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863840" y="4873752"/>
            <a:ext cx="100584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chemeClr val="bg1"/>
                </a:solidFill>
              </a:rPr>
              <a:t>ACME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310896" y="2148840"/>
            <a:ext cx="8522208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310896" y="228600"/>
            <a:ext cx="8522208" cy="576072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ACME demo template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ME Demo">
  <a:themeElements>
    <a:clrScheme name="ACME Demo">
      <a:dk1>
        <a:srgbClr val="111827"/>
      </a:dk1>
      <a:lt1>
        <a:srgbClr val="FFFFFF"/>
      </a:lt1>
      <a:dk2>
        <a:srgbClr val="4B5563"/>
      </a:dk2>
      <a:lt2>
        <a:srgbClr val="E5E7EB"/>
      </a:lt2>
      <a:accent1>
        <a:srgbClr val="4F46E5"/>
      </a:accent1>
      <a:accent2>
        <a:srgbClr val="FACC15"/>
      </a:accent2>
      <a:accent3>
        <a:srgbClr val="06B6D4"/>
      </a:accent3>
      <a:accent4>
        <a:srgbClr val="10B981"/>
      </a:accent4>
      <a:accent5>
        <a:srgbClr val="0EA5E9"/>
      </a:accent5>
      <a:accent6>
        <a:srgbClr val="3730A3"/>
      </a:accent6>
      <a:hlink>
        <a:srgbClr val="4F46E5"/>
      </a:hlink>
      <a:folHlink>
        <a:srgbClr val="3730A3"/>
      </a:folHlink>
    </a:clrScheme>
    <a:fontScheme name="ACME Dem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demo template</dc:title>
  <dc:subject>PptxGenJS Presentation</dc:subject>
  <dc:creator>ACME (fictional)</dc:creator>
  <cp:lastModifiedBy>ACME (fictional)</cp:lastModifiedBy>
  <cp:revision>1</cp:revision>
  <dcterms:created xsi:type="dcterms:W3CDTF">2026-10-24T09:16:34Z</dcterms:created>
  <dcterms:modified xsi:type="dcterms:W3CDTF">2026-10-24T09:16:34Z</dcterms:modified>
</cp:coreProperties>
</file>